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3" r:id="rId4"/>
    <p:sldId id="266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/>
    <p:restoredTop sz="96327"/>
  </p:normalViewPr>
  <p:slideViewPr>
    <p:cSldViewPr snapToGrid="0" snapToObjects="1">
      <p:cViewPr varScale="1">
        <p:scale>
          <a:sx n="164" d="100"/>
          <a:sy n="164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2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19;p2">
            <a:extLst>
              <a:ext uri="{FF2B5EF4-FFF2-40B4-BE49-F238E27FC236}">
                <a16:creationId xmlns:a16="http://schemas.microsoft.com/office/drawing/2014/main" id="{C8E9424F-DA03-5052-20F0-25167700D7E7}"/>
              </a:ext>
            </a:extLst>
          </p:cNvPr>
          <p:cNvGrpSpPr/>
          <p:nvPr userDrawn="1"/>
        </p:nvGrpSpPr>
        <p:grpSpPr>
          <a:xfrm>
            <a:off x="7610001" y="167634"/>
            <a:ext cx="1358151" cy="213366"/>
            <a:chOff x="7919542" y="328894"/>
            <a:chExt cx="957000" cy="150345"/>
          </a:xfrm>
        </p:grpSpPr>
        <p:pic>
          <p:nvPicPr>
            <p:cNvPr id="3" name="Google Shape;120;p2">
              <a:extLst>
                <a:ext uri="{FF2B5EF4-FFF2-40B4-BE49-F238E27FC236}">
                  <a16:creationId xmlns:a16="http://schemas.microsoft.com/office/drawing/2014/main" id="{57634C10-8E58-2D3D-55D6-7A77597E244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919542" y="345210"/>
              <a:ext cx="498247" cy="1340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121;p2" descr="mba.png">
              <a:extLst>
                <a:ext uri="{FF2B5EF4-FFF2-40B4-BE49-F238E27FC236}">
                  <a16:creationId xmlns:a16="http://schemas.microsoft.com/office/drawing/2014/main" id="{65DC9D33-74AE-E49F-0B9A-14673DDC034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518622" y="328894"/>
              <a:ext cx="357920" cy="14531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nderson-dourad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r>
              <a:rPr lang="en-US" sz="1100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kern="0" spc="150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100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kern="0" spc="150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r>
              <a:rPr lang="en-US" sz="1100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MBA </a:t>
            </a:r>
            <a:r>
              <a:rPr lang="en-US" sz="1100" kern="0" spc="150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00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LEADERSHIP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Lab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 Sistema </a:t>
            </a:r>
            <a:r>
              <a:rPr lang="en-US" sz="16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Atividade em Grupo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78638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3521709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Thiago Nascimento Nogueira</a:t>
            </a:r>
            <a:endParaRPr lang="en-US" sz="1200" dirty="0"/>
          </a:p>
        </p:txBody>
      </p:sp>
      <p:sp>
        <p:nvSpPr>
          <p:cNvPr id="8" name="Google Shape;858;p47">
            <a:hlinkClick r:id="rId3"/>
            <a:extLst>
              <a:ext uri="{FF2B5EF4-FFF2-40B4-BE49-F238E27FC236}">
                <a16:creationId xmlns:a16="http://schemas.microsoft.com/office/drawing/2014/main" id="{35E5C2C3-F711-4A65-1881-FED9B5F741C1}"/>
              </a:ext>
            </a:extLst>
          </p:cNvPr>
          <p:cNvSpPr txBox="1"/>
          <p:nvPr/>
        </p:nvSpPr>
        <p:spPr>
          <a:xfrm>
            <a:off x="5143887" y="4587875"/>
            <a:ext cx="153055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626E73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pt-BR" sz="1100" dirty="0" err="1">
                <a:solidFill>
                  <a:srgbClr val="626E73"/>
                </a:solidFill>
                <a:latin typeface="Arial"/>
                <a:ea typeface="Arial"/>
                <a:cs typeface="Arial"/>
                <a:sym typeface="Arial"/>
              </a:rPr>
              <a:t>thnogueira</a:t>
            </a:r>
            <a:endParaRPr dirty="0"/>
          </a:p>
        </p:txBody>
      </p:sp>
      <p:sp>
        <p:nvSpPr>
          <p:cNvPr id="9" name="Google Shape;859;p47">
            <a:extLst>
              <a:ext uri="{FF2B5EF4-FFF2-40B4-BE49-F238E27FC236}">
                <a16:creationId xmlns:a16="http://schemas.microsoft.com/office/drawing/2014/main" id="{BFFCF94E-ED9C-1EDD-DC4A-B8BD6BF8E2F4}"/>
              </a:ext>
            </a:extLst>
          </p:cNvPr>
          <p:cNvSpPr txBox="1"/>
          <p:nvPr/>
        </p:nvSpPr>
        <p:spPr>
          <a:xfrm>
            <a:off x="1491563" y="4572000"/>
            <a:ext cx="282518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626E73"/>
                </a:solidFill>
                <a:latin typeface="Arial"/>
                <a:ea typeface="Arial"/>
                <a:cs typeface="Arial"/>
                <a:sym typeface="Arial"/>
              </a:rPr>
              <a:t>profthiago.nogueira@fiap.com.br</a:t>
            </a:r>
            <a:endParaRPr dirty="0"/>
          </a:p>
        </p:txBody>
      </p:sp>
      <p:pic>
        <p:nvPicPr>
          <p:cNvPr id="10" name="Google Shape;860;p47">
            <a:extLst>
              <a:ext uri="{FF2B5EF4-FFF2-40B4-BE49-F238E27FC236}">
                <a16:creationId xmlns:a16="http://schemas.microsoft.com/office/drawing/2014/main" id="{24F64FF5-A6E5-021F-0327-1FE87B098E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9539" y="4507378"/>
            <a:ext cx="336550" cy="3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0">
            <a:extLst>
              <a:ext uri="{FF2B5EF4-FFF2-40B4-BE49-F238E27FC236}">
                <a16:creationId xmlns:a16="http://schemas.microsoft.com/office/drawing/2014/main" id="{EC7B6373-12BB-8119-CB42-2608EFD9FA40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12541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12541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3-5 pessoas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370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37019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preenchido + pitch verbal de 5-7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626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626224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resolver  um problema real da empresa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54864" cy="2743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86868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vai escolher um problema real de uma das empresas dos integrantes — algo que envolva decisões, coordenação ou processos que hoje são feitos por pessoas e poderiam ser estruturados com multiagentes.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Desenhem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utilizando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multiagentes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final, apresentem o case como se estivessem defendendo para o board da empresa.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54864" cy="2743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precisa ser real e da empresa de alguém do grupo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4165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vale chatbot isolado —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resolver um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725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é arquitetura e governança, não implementação técnica</a:t>
            </a:r>
            <a:endParaRPr lang="en-US" sz="110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B4629C85-9EAB-1B7F-0AC7-13738C68DC5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— PREPARAÇÃO DO PITCH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9398"/>
            <a:ext cx="8229600" cy="2569464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42083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ESTRUTURA DO PITCH (5-7 MINUTOS)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914614"/>
            <a:ext cx="640080" cy="274320"/>
          </a:xfrm>
          <a:prstGeom prst="rect">
            <a:avLst/>
          </a:prstGeom>
          <a:solidFill>
            <a:srgbClr val="0F172A"/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1461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87803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"Na empresa X, o processo Y custa/arrisca Z"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298662"/>
            <a:ext cx="640080" cy="274320"/>
          </a:xfrm>
          <a:prstGeom prst="rect">
            <a:avLst/>
          </a:prstGeom>
          <a:solidFill>
            <a:srgbClr val="0F172A"/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229866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226208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”Nossa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...”,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resolve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682710"/>
            <a:ext cx="640080" cy="274320"/>
          </a:xfrm>
          <a:prstGeom prst="rect">
            <a:avLst/>
          </a:prstGeom>
          <a:solidFill>
            <a:srgbClr val="0F172A"/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268271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64613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</a:t>
            </a:r>
            <a:r>
              <a:rPr lang="en-US" sz="12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Agentes, dados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066758"/>
            <a:ext cx="640080" cy="274320"/>
          </a:xfrm>
          <a:prstGeom prst="rect">
            <a:avLst/>
          </a:prstGeom>
          <a:solidFill>
            <a:srgbClr val="0F172A"/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06675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303018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</a:t>
            </a: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Contenção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"O pior cenário é... e a contenção é..."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450806"/>
            <a:ext cx="640080" cy="274320"/>
          </a:xfrm>
          <a:prstGeom prst="rect">
            <a:avLst/>
          </a:prstGeom>
          <a:solidFill>
            <a:srgbClr val="0F172A"/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77240" y="345080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41423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</a:t>
            </a: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Passos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concreta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seria..."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Lab — Prof. Thiago Nascimento Nogueira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de Design Multiagente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24231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1435608"/>
            <a:ext cx="233172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Processo / Empresa / Setor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Dor principal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Impacto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0604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9184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051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cs typeface="Calibri" pitchFamily="34" charset="-120"/>
              </a:rPr>
              <a:t>A SOLUÇÃO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24231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337560" y="1435608"/>
            <a:ext cx="233172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esperados</a:t>
            </a:r>
            <a:endParaRPr lang="en-US" sz="9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mapeados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960120"/>
            <a:ext cx="260604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03504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1051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AGENTES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371600"/>
            <a:ext cx="24231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080760" y="1435608"/>
            <a:ext cx="233172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035808"/>
            <a:ext cx="260604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48640" y="312724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48640" y="3127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127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447288"/>
            <a:ext cx="24231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94360" y="3511296"/>
            <a:ext cx="233172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9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</a:t>
            </a:r>
            <a:endParaRPr lang="en-US" sz="9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Human-in-the-loop</a:t>
            </a:r>
            <a:b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alternativos e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evolutivos</a:t>
            </a:r>
            <a:b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9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300"/>
              </a:spcAft>
            </a:pPr>
            <a:endParaRPr lang="en-US" sz="9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sz="9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0" y="3035808"/>
            <a:ext cx="260604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291840" y="312724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291840" y="3127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11880" y="3127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3447288"/>
            <a:ext cx="24231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3337560" y="3511296"/>
            <a:ext cx="233172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Primeiro passo concreto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Sistemas a integrar</a:t>
            </a:r>
            <a:endParaRPr lang="en-US" sz="900" dirty="0"/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(KPIs)</a:t>
            </a:r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Valor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3035808"/>
            <a:ext cx="2606040" cy="1965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035040" y="312724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035040" y="3127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31272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"KNIGHT CAPITAL" DO CASO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3447288"/>
            <a:ext cx="242316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080760" y="3511296"/>
            <a:ext cx="233172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Pior cenário possível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Lab — Prof. Thiago Nascimento Nogueira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385</Words>
  <Application>Microsoft Macintosh PowerPoint</Application>
  <PresentationFormat>Apresentação na tela (16:9)</PresentationFormat>
  <Paragraphs>67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 Lab — Design de Sistema Multiagente</dc:title>
  <dc:subject>PptxGenJS Presentation</dc:subject>
  <dc:creator>Perplexity Computer</dc:creator>
  <cp:lastModifiedBy>Thiago Nogueira</cp:lastModifiedBy>
  <cp:revision>3</cp:revision>
  <dcterms:created xsi:type="dcterms:W3CDTF">2026-03-12T18:50:22Z</dcterms:created>
  <dcterms:modified xsi:type="dcterms:W3CDTF">2026-04-17T00:34:35Z</dcterms:modified>
</cp:coreProperties>
</file>